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800" b="1">
                <a:solidFill>
                  <a:srgbClr val="28F0FF"/>
                </a:solidFill>
                <a:latin typeface="Aptos Display"/>
              </a:rPr>
              <a:t>NEON ESCAPE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>
                <a:solidFill>
                  <a:srgbClr val="EBF5FF"/>
                </a:solidFill>
                <a:latin typeface="Aptos"/>
              </a:rPr>
              <a:t>• Projeto Avaliativo — Computação Gráfica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>
                <a:solidFill>
                  <a:srgbClr val="EBF5FF"/>
                </a:solidFill>
                <a:latin typeface="Aptos"/>
              </a:rPr>
              <a:t>• Jogo 2D de arcade/sobrevivência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>
                <a:solidFill>
                  <a:srgbClr val="EBF5FF"/>
                </a:solidFill>
                <a:latin typeface="Aptos"/>
              </a:rPr>
              <a:t>• Python 3 + Pygame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100">
                <a:solidFill>
                  <a:srgbClr val="EBF5FF"/>
                </a:solidFill>
                <a:latin typeface="Aptos"/>
              </a:rPr>
              <a:t>• Coletar energia, evitar drones e sobreviver.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1/16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Conceito e objetivo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Cidade futurista com identidade visual neon.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O jogador controla uma unidade de fuga.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Vitória: 1000 pontos OU 60 segundos.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Derrota: 0 vidas ou 0 energia.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2/16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Regras da partida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Núcleo verde: +100 pontos e recuperação de energia.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Núcleo amarelo: +250 pontos.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Drone vermelho: causa dano e consome uma vida.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Após dano: 1,2 s de invulnerabilidade.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Dificuldade aumenta a cada 15 segundos.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3/16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Controles 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WASD/setas: movimentação.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ENTER: iniciar/reiniciar.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I: instruções.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ESC: pausa durante a partida.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M: menu durante a pausa.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Estados: menu, instruções, jogo, pausa, Game Over e vitória.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4/16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Ciclo principal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Leitura dos eventos.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Atualização por delta time.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Atualização de jogador, inimigos, coletáveis e partículas.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Detecção e resposta das colisões.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Renderização das camadas e HUD.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Controle de 60 FPS.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5/16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Arquitetura do código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main.py — janela e loop principal.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game.py — estados, regras, progressão, colisões e cena.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player.py — movimento, energia, vidas, pontuação e animação.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enemy.py — drones.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collectible.py — itens.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particles.py — partículas.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27448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ui.py — interface.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9437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settings.py — constantes.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6/16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Técnicas de Computação Gráfica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Primitivas 2D.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Transformação de escala no jogador.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Animação baseada em tempo.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Composição por camadas.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Paralaxe simples.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Sistema de partículas.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27448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Coordenadas e pygame.Rect.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9437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HUD e composição visual.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7/16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Colisões e resposta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Áreas espaciais representadas por pygame.Rect.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Detecção com rect.colliderect().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Coleta: soma pontos e altera energia.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Drone: reduz vida/energia e reposiciona o jogador.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Invulnerabilidade temporária.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clamp_ip() mantém o jogador na área jogável.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8/16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Progressão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Fase aumenta a cada 15 segundos.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Até 8 fases.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Intervalo de surgimento dos inimigos diminui.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Limite de inimigos aumenta.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Velocidade dos drones cresce.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O objetivo central permanece simples.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9/16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Interface e experiência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Menu inicial.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Tela de instruções.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HUD com pontos, vidas, fase, tempo e energia.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Partículas como feedback visual.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Pausa, vitória e Game Over.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Identidade visual neon consistente.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10/16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Testes e estabilidade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TESTES.md contém o plano de testes.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Movimento, limites, coleta e colisões.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Game Over, vitória, pausa, reinício e encerramento.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Sintaxe verificada com python -m compileall.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Execução gráfica final deve ser validada no computador da equipe.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11/16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Evolução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Marco 1 — concepção.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Marco 2 — protótipo jogável.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Marco 3 — versão intermediária.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Marco 4 — versão final.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Inserir somente capturas históricas reais, se disponíveis.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12/16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Autoria, fontes 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Projeto organizado para a disciplina.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Referências: Pygame e repositórios indicados no enunciado.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Recursos visuais desenhados por código; sem mídia externa incorporada.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ChatGPT: apoio em concepção, código, revisão, documentação e depuração.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Resultado deve ser validado e compreendido pela equipe.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13/16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Demonstração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Abrir o jogo.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Mostrar menu e instruções.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Iniciar.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Movimentar e coletar.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Demonstrar inimigos e colisão.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416052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Mostrar progressão.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4727448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Pausar.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529437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Mostrar vitória/Game Over.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86130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Reiniciar.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14/16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28F0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28F0FF"/>
                </a:solidFill>
                <a:latin typeface="Aptos Display"/>
              </a:rPr>
              <a:t>Conclusão e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325880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Jogo 2D funcional em Python + Pygame.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892807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Estados, controles, colisões, HUD e progressão implementados.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459736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Múltiplas técnicas gráficas.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026664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README, requirements, créditos, evolução e testes incluídos.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593592"/>
            <a:ext cx="106070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900">
                <a:solidFill>
                  <a:srgbClr val="EBF5FF"/>
                </a:solidFill>
                <a:latin typeface="Aptos"/>
              </a:rPr>
              <a:t>• Antes da entrega: executar, preencher testes, inserir capturas reais, gravar vídeo e fazer backup.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6400800"/>
            <a:ext cx="9144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1A0B9"/>
                </a:solidFill>
              </a:rPr>
              <a:t>15/16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