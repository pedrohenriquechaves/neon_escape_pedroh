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DD009-19E9-4A19-B08E-2B649FE711BA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AC2F4-764A-46ED-8B17-3284CAF683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728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C2F4-764A-46ED-8B17-3284CAF6839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48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8F0FF"/>
                </a:solidFill>
                <a:latin typeface="Aptos Display"/>
              </a:rPr>
              <a:t>NEON ESCAPE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EBF5FF"/>
                </a:solidFill>
                <a:latin typeface="Aptos"/>
              </a:rPr>
              <a:t>• Projeto Avaliativo — Computação Gráfica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EBF5FF"/>
                </a:solidFill>
                <a:latin typeface="Aptos"/>
              </a:rPr>
              <a:t>• Jogo 2D de arcade/sobrevivência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EBF5FF"/>
                </a:solidFill>
                <a:latin typeface="Aptos"/>
              </a:rPr>
              <a:t>• Python 3 + Pygame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EBF5FF"/>
                </a:solidFill>
                <a:latin typeface="Aptos"/>
              </a:rPr>
              <a:t>• Coletar energia, evitar drones e sobreviver.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Conceito 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Cidade futurista com identidade visual neon.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O jogador controla uma unidade de fuga.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Vitória: 1000 pontos OU 60 segundos.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Derrota: 0 vidas ou 0 energia.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Regras da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Núcleo verde: +100 pontos e recuperação de energia.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Núcleo amarelo: +250 pontos.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Drone vermelho: causa dano e consome uma vida.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Após dano: 1,2 s de invulnerabilidade.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Dificuldade aumenta a cada 15 segundos.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Controles e estados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WASD/setas: movimentação.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ENTER: iniciar/reiniciar.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I: instruções.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ESC: pausa durante a partida.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M: menu durante a pausa.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Estados: menu, instruções, jogo, pausa, Game Over e vitória.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Ciclo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Leitura dos eventos.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Atualização por delta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Atualização de jogador, inimigos, coletáveis e partículas.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Detecção e resposta das colisões.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Renderização das camadas e HUD.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Controle de 60 FPS.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Arquitetura do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main.py — janela e loop principal.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game.py — estados, regras, progressão, colisões e cena.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player.py — movimento, energia, vidas, pontuação e animação.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enemy.py — drones.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collectible.py — itens.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particles.py — partículas.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274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ui.py —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9437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settings.py — constantes.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Técnicas de Computação 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Primitivas 2D.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Transformação de escala no jogador.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Animação baseada em tempo.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Composição por camadas.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Paralaxe simples.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Sistema de partículas.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274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Coordenadas e pygame.Rect.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9437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HUD e composição visual.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Colisões e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Áreas espaciais representadas por pygame.Rect.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Detecção com rect.colliderect().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Coleta: soma pontos e altera energia.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Drone: reduz vida/energia e reposiciona o jogador.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Invulnerabilidade temporária.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clamp_ip() mantém o jogador na área jogável.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Progressão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Fase aumenta a cada 15 segundos.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Até 8 fases.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Intervalo de surgimento dos inimigos diminui.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Limite de inimigos aumenta.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Velocidade dos drones cresce.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O objetivo central permanece simples.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Interface e experiência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Menu inicial.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Tela de instruções.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HUD com pontos, vidas, fase, tempo e energia.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Partículas como feedback visual.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Pausa, vitória e Game 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Identidade visual neon consistente.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Testes e estabilidade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TESTES.md contém o plano de testes.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Movimento, limites, coleta e colisões.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Game Over, vitória, pausa, reinício e encerramento.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Sintaxe verificada com python -m compileall.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Marco 1 — concepção.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Marco 2 — protótipo jogável.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Marco 3 — versão intermediária.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Marco 4 — versão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Autoria, fontes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Projeto organizado para a disciplina.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Referências: Pygame e repositórios indicados no enunciado.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Recursos visuais desenhados por código; sem mídia externa incorporada.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ChatGPT: apoio em concepção, código, revisão, documentação e depuração.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Abrir o jogo.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Mostrar menu e instruções.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Iniciar.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Movimentar e coletar.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Demonstrar inimigos e colisão.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Mostrar progressão.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2744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Pausar.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9437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Mostrar vitória/Game Over.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6130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Reiniciar.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8F0FF"/>
                </a:solidFill>
                <a:latin typeface="Aptos Display"/>
              </a:rPr>
              <a:t>Conclusão 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Jogo 2D funcional em Python + Pygame.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Estados, controles, colisões, HUD e progressão implementados.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5973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Múltiplas técnicas gráficas.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EBF5FF"/>
                </a:solidFill>
                <a:latin typeface="Aptos"/>
              </a:rPr>
              <a:t>• README, requirements, créditos, evolução e testes incluídos.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9987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 err="1">
                <a:solidFill>
                  <a:srgbClr val="28F0FF"/>
                </a:solidFill>
                <a:latin typeface="Aptos Display"/>
              </a:rPr>
              <a:t>Conclusão</a:t>
            </a:r>
            <a:r>
              <a:rPr sz="3000" b="1" dirty="0">
                <a:solidFill>
                  <a:srgbClr val="28F0FF"/>
                </a:solidFill>
                <a:latin typeface="Aptos Display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15/16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CFD0F86-209C-4E21-AA03-ABC6BDAC7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111" y="228600"/>
            <a:ext cx="8518129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19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9987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 err="1">
                <a:solidFill>
                  <a:srgbClr val="28F0FF"/>
                </a:solidFill>
                <a:latin typeface="Aptos Display"/>
              </a:rPr>
              <a:t>Conclusão</a:t>
            </a:r>
            <a:r>
              <a:rPr sz="3000" b="1" dirty="0">
                <a:solidFill>
                  <a:srgbClr val="28F0FF"/>
                </a:solidFill>
                <a:latin typeface="Aptos Display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15/16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13CBA6-45D2-42B7-994F-4C33C5DBDB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00" t="830" r="19249" b="-10482"/>
          <a:stretch/>
        </p:blipFill>
        <p:spPr>
          <a:xfrm>
            <a:off x="3462291" y="701336"/>
            <a:ext cx="7696940" cy="642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15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9987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 err="1">
                <a:solidFill>
                  <a:srgbClr val="28F0FF"/>
                </a:solidFill>
                <a:latin typeface="Aptos Display"/>
              </a:rPr>
              <a:t>Conclusão</a:t>
            </a:r>
            <a:r>
              <a:rPr sz="3000" b="1" dirty="0">
                <a:solidFill>
                  <a:srgbClr val="28F0FF"/>
                </a:solidFill>
                <a:latin typeface="Aptos Display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15/16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513CF9-AF72-4F28-88F1-6379AEDEA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29" y="228600"/>
            <a:ext cx="7697828" cy="630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91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9987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 err="1">
                <a:solidFill>
                  <a:srgbClr val="28F0FF"/>
                </a:solidFill>
                <a:latin typeface="Aptos Display"/>
              </a:rPr>
              <a:t>Conclusão</a:t>
            </a:r>
            <a:r>
              <a:rPr sz="3000" b="1" dirty="0">
                <a:solidFill>
                  <a:srgbClr val="28F0FF"/>
                </a:solidFill>
                <a:latin typeface="Aptos Display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15/16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C77391-D34F-4015-89CF-BA4589A9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9" y="303003"/>
            <a:ext cx="8357616" cy="590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163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9987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 err="1">
                <a:solidFill>
                  <a:srgbClr val="28F0FF"/>
                </a:solidFill>
                <a:latin typeface="Aptos Display"/>
              </a:rPr>
              <a:t>Conclusão</a:t>
            </a:r>
            <a:r>
              <a:rPr sz="3000" b="1" dirty="0">
                <a:solidFill>
                  <a:srgbClr val="28F0FF"/>
                </a:solidFill>
                <a:latin typeface="Aptos Display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15/16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F6D3E1B-4B06-4BAF-9A93-E5E0CDB3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39" y="411480"/>
            <a:ext cx="8273173" cy="598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45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89987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 err="1">
                <a:solidFill>
                  <a:srgbClr val="28F0FF"/>
                </a:solidFill>
                <a:latin typeface="Aptos Display"/>
              </a:rPr>
              <a:t>Conclusão</a:t>
            </a:r>
            <a:r>
              <a:rPr sz="3000" b="1" dirty="0">
                <a:solidFill>
                  <a:srgbClr val="28F0FF"/>
                </a:solidFill>
                <a:latin typeface="Aptos Display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1A0B9"/>
                </a:solidFill>
              </a:rPr>
              <a:t>15/16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5CF3847-F288-44B3-BF7A-9EA62D216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959" y="411480"/>
            <a:ext cx="8223800" cy="574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3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716</Words>
  <Application>Microsoft Office PowerPoint</Application>
  <PresentationFormat>Widescreen</PresentationFormat>
  <Paragraphs>127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Pedro Henrique Chaves</cp:lastModifiedBy>
  <cp:revision>3</cp:revision>
  <dcterms:created xsi:type="dcterms:W3CDTF">2013-01-27T09:14:16Z</dcterms:created>
  <dcterms:modified xsi:type="dcterms:W3CDTF">2026-10-15T18:40:55Z</dcterms:modified>
  <cp:category/>
</cp:coreProperties>
</file>